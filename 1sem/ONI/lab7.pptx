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6A53B-4400-AF29-F2CE-93CC7AA20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4AD3B0-1BA5-CC17-2B49-1FC1EB9C4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3E925C-33D4-A443-4F5B-C7BB964F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4BB39F-E1CA-FD35-FEA3-0B008B2A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7C8341-DA92-0DB5-84A6-57A882DD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328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9BDE1-C87D-1042-ECBE-31DB64D7B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48CEB1-961A-067A-ADF5-C0E04EC4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17A5E0-05FA-E1CB-E002-7D45F55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47607-E145-EB6C-08C4-76DDEC33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2D709-B998-F50D-BA34-085C12F2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0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C0760-956B-26FA-C8B1-8D03A357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F1013E-1403-0FE1-C0B4-E07FFB2EB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97FA9-0BBC-9F64-8D7F-4DDAFCD0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64A338-FC60-207E-08EA-90EAEFE2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5777C-5FA2-1CAF-3E59-A26D7B30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79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67DD9-727C-A1A3-4377-1A6B5346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788BE0-E432-653E-A411-72D439A50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738B10-CF0B-F0A9-4EE8-FC294FC6F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00CED1-C6F1-7C0F-C097-2842BE82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0E095-E546-71D8-B4CA-7266EE8A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63F7C-0709-3A5E-0BBC-A0750AAA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36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8CB3E-498C-3B96-5965-44611D4F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6335-14A2-B3DF-8079-6AE9A820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E276E5-3107-726B-C8D5-0C16D4756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E61F7C-BE0F-C448-25EB-70443374B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54A24E-44F6-604C-24CE-623275BDE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0BE98C-F8F8-83F9-DC3C-908BA0EF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D7E063-B134-3A57-9178-F4F2659A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1437DE-1779-8010-D171-03007058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63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76F08-2803-0C43-E717-89CA8016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D23B6A-4928-6BA5-C9E7-9A45A7EB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58F8EE-1AC6-42C0-FC72-56CB1072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46024E-9670-5028-80C2-86D23FB3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57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0C8D7B-49A2-1641-B8A4-86F36CA5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5A8A57-7444-D054-F85D-020C95D5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3E9173-5A1C-CEB3-8F9C-731D8081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99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8FC32-D7F3-4F51-4134-2B3B5F611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21E617-AA1A-663D-E87D-DAF6B32F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18435D-A508-5B6D-FBF6-051CD3D76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C0458B-F14A-B783-D464-2C1C8350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600F35-AF56-715E-7F8F-D5E7F0AF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40044B-125B-BC48-078B-DBB79A38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37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14A08-EB82-2E50-CD31-BFD61761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81E823-8770-1BEE-E8BA-C9CE1360A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D3AA0F-F322-9589-BC2E-F7787AB35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F1BC1F-1488-6DA5-C9A5-AC5CBC8B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19F236-0565-C085-2070-959CFD8A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414621-3DA3-C937-8979-A37E36A8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30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CB4DE-193E-88A9-F77D-7ECC4F69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CA6167-C811-E32E-452E-7FC7C3837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9FC7A-726D-AC74-E7B7-B044C342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275A7A-5559-20EF-D252-10945563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2612DF-212A-F465-F0AB-CFD51CD2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4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8651B04-D734-F0EC-418D-DC0B6C4F5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4957AF-5584-1567-B6A2-F9C4CC297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FC2213-588B-355C-4482-537BA780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97114-D134-9EF1-8D87-C5382CEA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981BA-E529-5935-2E9B-FD8984A1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6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040B0-D25E-750A-1EBE-BAE9386E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410D55-1067-43AD-9F6A-410E59BAD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D77CFC-15E3-8707-7252-6B8FB3ADA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1D67C-6D26-DE4D-A5AA-9EDB6F8C119C}" type="datetimeFigureOut">
              <a:rPr lang="ru-RU" smtClean="0"/>
              <a:t>15.01.2025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E1415-4789-3C10-1AAB-C1E6F6E84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9E83EA-92CF-89EC-BF0D-09FBF64FD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85A07-46D6-8249-965B-92C7513A6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7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060638-EC97-5706-AD0F-69C5371A3313}"/>
              </a:ext>
            </a:extLst>
          </p:cNvPr>
          <p:cNvSpPr txBox="1"/>
          <p:nvPr/>
        </p:nvSpPr>
        <p:spPr>
          <a:xfrm>
            <a:off x="2079170" y="0"/>
            <a:ext cx="71628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ArialMT"/>
              </a:rPr>
              <a:t>Министерство науки и высшего образования </a:t>
            </a:r>
            <a:r>
              <a:rPr lang="ru-RU" sz="1800" dirty="0" err="1">
                <a:effectLst/>
                <a:latin typeface="ArialMT"/>
              </a:rPr>
              <a:t>Российскои</a:t>
            </a:r>
            <a:r>
              <a:rPr lang="ru-RU" sz="1800" dirty="0">
                <a:effectLst/>
                <a:latin typeface="ArialMT"/>
              </a:rPr>
              <a:t>̆ Федерации Федеральное государственное бюджетное образовательное учреждение высшего образования «</a:t>
            </a:r>
            <a:r>
              <a:rPr lang="ru-RU" sz="1800" dirty="0" err="1">
                <a:effectLst/>
                <a:latin typeface="ArialMT"/>
              </a:rPr>
              <a:t>Владимирскии</a:t>
            </a:r>
            <a:r>
              <a:rPr lang="ru-RU" sz="1800" dirty="0">
                <a:effectLst/>
                <a:latin typeface="ArialMT"/>
              </a:rPr>
              <a:t>̆ </a:t>
            </a:r>
            <a:r>
              <a:rPr lang="ru-RU" sz="1800" dirty="0" err="1">
                <a:effectLst/>
                <a:latin typeface="ArialMT"/>
              </a:rPr>
              <a:t>государственныи</a:t>
            </a:r>
            <a:r>
              <a:rPr lang="ru-RU" sz="1800" dirty="0">
                <a:effectLst/>
                <a:latin typeface="ArialMT"/>
              </a:rPr>
              <a:t>̆ университет имени Александра Григорьевича и Николая Григорьевича Столетовых» (ВлГУ) </a:t>
            </a:r>
            <a:endParaRPr lang="ru-RU" dirty="0">
              <a:effectLst/>
            </a:endParaRPr>
          </a:p>
          <a:p>
            <a:pPr algn="ctr"/>
            <a:r>
              <a:rPr lang="ru-RU" sz="1800" dirty="0">
                <a:effectLst/>
                <a:latin typeface="ArialMT"/>
              </a:rPr>
              <a:t>Институт информационных технологий и электроники Кафедра информационных систем и </a:t>
            </a:r>
            <a:r>
              <a:rPr lang="ru-RU" sz="1800" dirty="0" err="1">
                <a:effectLst/>
                <a:latin typeface="ArialMT"/>
              </a:rPr>
              <a:t>программнои</a:t>
            </a:r>
            <a:r>
              <a:rPr lang="ru-RU" sz="1800" dirty="0">
                <a:effectLst/>
                <a:latin typeface="ArialMT"/>
              </a:rPr>
              <a:t>̆ инженерии </a:t>
            </a:r>
            <a:endParaRPr lang="ru-RU" dirty="0">
              <a:effectLst/>
            </a:endParaRPr>
          </a:p>
          <a:p>
            <a:pPr algn="ctr"/>
            <a:endParaRPr lang="ru-RU" sz="2400" b="1" dirty="0">
              <a:effectLst/>
              <a:latin typeface="Tahoma" panose="020B0604030504040204" pitchFamily="34" charset="0"/>
            </a:endParaRPr>
          </a:p>
          <a:p>
            <a:pPr algn="ctr"/>
            <a:r>
              <a:rPr lang="ru-RU" sz="2400" b="1" dirty="0">
                <a:effectLst/>
                <a:latin typeface="Tahoma" panose="020B0604030504040204" pitchFamily="34" charset="0"/>
              </a:rPr>
              <a:t>Программное обеспечение для оптимизации технологического стека и управления кадрами в разработке ПО с интеграцией элементов искусственного </a:t>
            </a:r>
            <a:r>
              <a:rPr lang="ru-RU" sz="2400" b="1" dirty="0" err="1">
                <a:effectLst/>
                <a:latin typeface="Tahoma" panose="020B0604030504040204" pitchFamily="34" charset="0"/>
              </a:rPr>
              <a:t>интелекта</a:t>
            </a:r>
            <a:endParaRPr lang="ru-RU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CF55F-617F-CF59-3D8C-FBD014BB2899}"/>
              </a:ext>
            </a:extLst>
          </p:cNvPr>
          <p:cNvSpPr txBox="1"/>
          <p:nvPr/>
        </p:nvSpPr>
        <p:spPr>
          <a:xfrm>
            <a:off x="-1" y="5468934"/>
            <a:ext cx="7870371" cy="77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 Грачев Даниил Алексеевич</a:t>
            </a:r>
            <a:endParaRPr lang="en-US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0340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руководитель: Вершинин Виталий Васильевич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53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CD281-02EF-09AD-A561-B266BE4C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Оптимизация технологического стека с помощью 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A61F2-D20E-8309-C883-04913F36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1300" b="1" dirty="0"/>
              <a:t>Проблемы оптимизации:</a:t>
            </a:r>
          </a:p>
          <a:p>
            <a:pPr lvl="1" algn="just">
              <a:lnSpc>
                <a:spcPct val="170000"/>
              </a:lnSpc>
            </a:pPr>
            <a:r>
              <a:rPr lang="ru-RU" sz="1300" b="1" dirty="0"/>
              <a:t>Сложность выбора и обновления технологий</a:t>
            </a:r>
            <a:r>
              <a:rPr lang="ru-RU" sz="1300" dirty="0"/>
              <a:t>: Постоянные изменения в инструментах разработки требуют принятия правильных решений на каждом этапе проекта.</a:t>
            </a:r>
          </a:p>
          <a:p>
            <a:pPr lvl="1" algn="just">
              <a:lnSpc>
                <a:spcPct val="170000"/>
              </a:lnSpc>
            </a:pPr>
            <a:r>
              <a:rPr lang="ru-RU" sz="1300" b="1" dirty="0"/>
              <a:t>Неэффективность устаревших решений</a:t>
            </a:r>
            <a:r>
              <a:rPr lang="ru-RU" sz="1300" dirty="0"/>
              <a:t>: Старые технологии могут снижать производительность и увеличивать затраты на поддержку.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1300" b="1" dirty="0"/>
              <a:t>Роль ИИ в оптимизации</a:t>
            </a:r>
            <a:r>
              <a:rPr lang="ru-RU" sz="1300" dirty="0"/>
              <a:t>:</a:t>
            </a:r>
          </a:p>
          <a:p>
            <a:pPr lvl="1" algn="just">
              <a:lnSpc>
                <a:spcPct val="170000"/>
              </a:lnSpc>
            </a:pPr>
            <a:r>
              <a:rPr lang="ru-RU" sz="1300" b="1" dirty="0"/>
              <a:t>Рекомендации по выбору технологий</a:t>
            </a:r>
            <a:r>
              <a:rPr lang="ru-RU" sz="1300" dirty="0"/>
              <a:t>: ИИ может анализировать и рекомендовать подходящие инструменты и библиотеки, исходя из анализа данных о производительности.</a:t>
            </a:r>
          </a:p>
          <a:p>
            <a:pPr lvl="1" algn="just">
              <a:lnSpc>
                <a:spcPct val="170000"/>
              </a:lnSpc>
            </a:pPr>
            <a:r>
              <a:rPr lang="ru-RU" sz="1300" b="1" dirty="0"/>
              <a:t>Прогнозирование производительности</a:t>
            </a:r>
            <a:r>
              <a:rPr lang="ru-RU" sz="1300" dirty="0"/>
              <a:t>: ИИ помогает предсказать, как различные компоненты системы будут работать при изменениях.</a:t>
            </a:r>
          </a:p>
          <a:p>
            <a:pPr lvl="1" algn="just">
              <a:lnSpc>
                <a:spcPct val="170000"/>
              </a:lnSpc>
            </a:pPr>
            <a:r>
              <a:rPr lang="ru-RU" sz="1300" b="1" dirty="0"/>
              <a:t>Автоматическое тестирование</a:t>
            </a:r>
            <a:r>
              <a:rPr lang="ru-RU" sz="1300" dirty="0"/>
              <a:t>: Использование ИИ для автоматизации тестирования помогает находить ошибки и улучшать качество кода.</a:t>
            </a:r>
          </a:p>
        </p:txBody>
      </p:sp>
    </p:spTree>
    <p:extLst>
      <p:ext uri="{BB962C8B-B14F-4D97-AF65-F5344CB8AC3E}">
        <p14:creationId xmlns:p14="http://schemas.microsoft.com/office/powerpoint/2010/main" val="211492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B0201-24A5-57D1-5085-54A7DE5D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кадрами в разработке ПО с 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DED48-236C-7C24-09BA-C5F7F4B1A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Проблемы управления кадрами</a:t>
            </a:r>
            <a:r>
              <a:rPr lang="ru-RU" dirty="0"/>
              <a:t>: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Недостаток квалифицированных специалистов</a:t>
            </a:r>
            <a:r>
              <a:rPr lang="ru-RU" dirty="0"/>
              <a:t>: Сложности с поиском и наймом специалистов для работы с новыми технологиями.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Трудности в распределении задач</a:t>
            </a:r>
            <a:r>
              <a:rPr lang="ru-RU" dirty="0"/>
              <a:t>: Невозможность эффективно распределить задачи среди сотрудников в зависимости от их опыта и навыков.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Высокий уровень текучести кадров</a:t>
            </a:r>
            <a:r>
              <a:rPr lang="ru-RU" dirty="0"/>
              <a:t>: Постоянные изменения в составе команды затрудняют выполнение долгосрочных проектов.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Роль ИИ в управлении кадрами</a:t>
            </a:r>
            <a:r>
              <a:rPr lang="ru-RU" dirty="0"/>
              <a:t>: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Анализ резюме и подбор кандидатов</a:t>
            </a:r>
            <a:r>
              <a:rPr lang="ru-RU" dirty="0"/>
              <a:t>: ИИ может автоматически оценивать резюме кандидатов и выбирать наиболее подходящих для вакансий.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Прогнозирование производительности сотрудников</a:t>
            </a:r>
            <a:r>
              <a:rPr lang="ru-RU" dirty="0"/>
              <a:t>: ИИ анализирует исторические данные и предсказывает, как сотрудники могут выполнять задачи в будущем.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Распределение задач</a:t>
            </a:r>
            <a:r>
              <a:rPr lang="ru-RU" dirty="0"/>
              <a:t>: ИИ помогает эффективно назначать задачи, исходя из текущей загруженности и навыков сотрудников.</a:t>
            </a:r>
          </a:p>
          <a:p>
            <a:pPr lvl="1">
              <a:lnSpc>
                <a:spcPct val="170000"/>
              </a:lnSpc>
            </a:pPr>
            <a:r>
              <a:rPr lang="ru-RU" b="1" dirty="0"/>
              <a:t>Анализ удовлетворенности сотрудников</a:t>
            </a:r>
            <a:r>
              <a:rPr lang="ru-RU" dirty="0"/>
              <a:t>: ИИ может анализировать коммуникацию в команде и выявлять потенциальные проблемы.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36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C454F-3821-D0A6-7BFD-FD27C4FD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Преимущества и вызовы использования ИИ в разработке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C30C19-08BB-9542-4A39-B62070B3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Преимущества</a:t>
            </a:r>
            <a:r>
              <a:rPr lang="ru-RU" dirty="0"/>
              <a:t>: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Повышение эффективности разработки</a:t>
            </a:r>
            <a:r>
              <a:rPr lang="ru-RU" dirty="0"/>
              <a:t>: ИИ ускоряет процессы выбора технологий, автоматизирует тестирование и управление задачами, что снижает время разработки.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Лучший подбор кадров</a:t>
            </a:r>
            <a:r>
              <a:rPr lang="ru-RU" dirty="0"/>
              <a:t>: ИИ позволяет точно подбирать специалистов, минимизируя человеческий фактор и ускоряя процесс найма.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Оптимизация рабочих процессов</a:t>
            </a:r>
            <a:r>
              <a:rPr lang="ru-RU" dirty="0"/>
              <a:t>: ИИ помогает эффективно распределять задачи, улучшать производительность сотрудников и снижать количество ошибок.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Автоматизация рутинных задач</a:t>
            </a:r>
            <a:r>
              <a:rPr lang="ru-RU" dirty="0"/>
              <a:t>: ИИ освобождает команду от рутинной работы, позволяя сосредоточиться на более важных и творческих задачах.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Вызовы</a:t>
            </a:r>
            <a:r>
              <a:rPr lang="ru-RU" dirty="0"/>
              <a:t>: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Обучение сотрудников</a:t>
            </a:r>
            <a:r>
              <a:rPr lang="ru-RU" dirty="0"/>
              <a:t>: Внедрение ИИ требует обучения персонала для эффективного использования новых инструментов.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Адаптация к ИИ</a:t>
            </a:r>
            <a:r>
              <a:rPr lang="ru-RU" dirty="0"/>
              <a:t>: Внедрение ИИ в процесс может встретить сопротивление со стороны сотрудников, привыкших к традиционным методам.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Риски безопасности данных</a:t>
            </a:r>
            <a:r>
              <a:rPr lang="ru-RU" dirty="0"/>
              <a:t>: Применение ИИ требует тщательной настройки и обеспечения безопасности персональных и корпоративных данных.</a:t>
            </a:r>
          </a:p>
          <a:p>
            <a:pPr marL="0" indent="0">
              <a:lnSpc>
                <a:spcPct val="17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12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82547-8F04-6945-8543-135F8CC5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7BE55A-F8DF-DD1B-59B4-DB77B9278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ИИ в разработке ПО</a:t>
            </a:r>
            <a:r>
              <a:rPr lang="ru-RU" dirty="0"/>
              <a:t>: Интеграция искусственного интеллекта позволяет значительно улучшить процессы оптимизации технологического стека и управления кадрами, повышая производительность и качество работы </a:t>
            </a:r>
            <a:r>
              <a:rPr lang="ru-RU" dirty="0" err="1"/>
              <a:t>команд.</a:t>
            </a:r>
            <a:r>
              <a:rPr lang="ru-RU" b="1" dirty="0" err="1"/>
              <a:t>Будущее</a:t>
            </a:r>
            <a:r>
              <a:rPr lang="ru-RU" b="1" dirty="0"/>
              <a:t> ИИ в разработке ПО</a:t>
            </a:r>
            <a:r>
              <a:rPr lang="ru-RU" dirty="0"/>
              <a:t>: Внедрение ИИ будет продолжать развиваться и играть важную роль в повышении эффективности разработки и управления проектами.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Рекомендации</a:t>
            </a:r>
            <a:r>
              <a:rPr lang="ru-RU" dirty="0"/>
              <a:t>: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Применять ИИ для автоматизации и оптимизации процессов разработки и управления.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Обучать сотрудников для успешной адаптации к новым технологиям.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Применять ИИ с осторожностью, учитывая вопросы безопасности данных и потенциальное сопротивление со стороны персонала.</a:t>
            </a:r>
          </a:p>
          <a:p>
            <a:pPr marL="0" indent="0">
              <a:lnSpc>
                <a:spcPct val="15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607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542</Words>
  <Application>Microsoft Macintosh PowerPoint</Application>
  <PresentationFormat>Широкоэкранный</PresentationFormat>
  <Paragraphs>40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ArialMT</vt:lpstr>
      <vt:lpstr>Calibri</vt:lpstr>
      <vt:lpstr>Calibri Light</vt:lpstr>
      <vt:lpstr>Cambria</vt:lpstr>
      <vt:lpstr>Tahoma</vt:lpstr>
      <vt:lpstr>Тема Office</vt:lpstr>
      <vt:lpstr>Презентация PowerPoint</vt:lpstr>
      <vt:lpstr>Оптимизация технологического стека с помощью ИИ</vt:lpstr>
      <vt:lpstr>Управление кадрами в разработке ПО с ИИ</vt:lpstr>
      <vt:lpstr>Преимущества и вызовы использования ИИ в разработке ПО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 chase</dc:creator>
  <cp:lastModifiedBy>aga chase</cp:lastModifiedBy>
  <cp:revision>1</cp:revision>
  <dcterms:created xsi:type="dcterms:W3CDTF">2025-01-15T14:03:37Z</dcterms:created>
  <dcterms:modified xsi:type="dcterms:W3CDTF">2025-01-15T14:10:45Z</dcterms:modified>
</cp:coreProperties>
</file>